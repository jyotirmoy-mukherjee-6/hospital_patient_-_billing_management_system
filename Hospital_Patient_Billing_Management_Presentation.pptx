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820" y="5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Hospital, Patient &amp; Billing Management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Integrated Excel-Based Healthcare Operations Solution
Presented By:
Jyotirmoy Mukherjee
Swaraj Das
Institute: Anudip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Problems in Traditional Hospital Record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Manual patient tracking
• Billing errors
• Duplicate records
• Slow admission process
• Poor reporting systems
• Difficulty tracking payments and insurance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Our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A centralized Excel-based hospital workflow system integrating:
• Patient Management
• Doctor Management
• Admission Workflow
• Automated Billing
• Insurance Handling
• Real-Time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System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The system is divided into four major phases:
1. Master Data Setup
2. Daily Operations
3. Billing &amp; Payments
4. Dashboard &amp; Reporting</a:t>
            </a:r>
          </a:p>
        </p:txBody>
      </p:sp>
      <p:pic>
        <p:nvPicPr>
          <p:cNvPr id="4" name="Picture 3" descr="a_clean_infographic_diagram_on_a_white_light_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10241280" cy="682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Workbook Structure &amp; Data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Core Modules:
• PT_Master
• DR_Master
• BED_Master
• ADM_Log
• SVC_Log
• BILLING
• PAYMENTS
• INSURANCE
•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Built-In Data Validation &amp; Quality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Data validation rules
• Dropdown-based selection
• Duplicate prevention
• Conditional formatting alerts
• Controlled master references
• Removal of blank spaces
Prevention-first approach instead of cleanup-first approach.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Automation &amp; Smart Functionalities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Formula-driven calculations
• Lookup systems
• Dynamic billing
• Macro-enabled operations
• Automated summaries
• Dashboard integration
• Real-time KPI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Billing &amp; Financial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Workflow:
Admission → Service Usage → Billing → Payments → Insurance
Benefits:
• Reduced manual errors
• Transparent billing
• Faster reconciliation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Real-Time Dashboard &amp;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Key KPIs:
• Total Patients
• Revenue Tracking
• Pending Payments
• Bed Occupancy Status
• Department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Challenges During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Managing sheet interconnectivity
• Maintaining formula consistency
• Preventing invalid data entry
• Designing scalable dashboard logic
• Structuring workflow in Excel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Future Scope &amp;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Multi-user support
• SQL database integration
• Power BI connectivity
• Appointment scheduling
• SMS/Email notifications
• Inventory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Project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This project transforms Excel into a workflow-driven hospital management platform improving:
• Accuracy
• Speed
• Reporting
• Operational efficiency
Goal: Create a complete business management solution, not just spreadsheets.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430</Words>
  <Application>Microsoft Office PowerPoint</Application>
  <PresentationFormat>On-screen Show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jyotirmoy mukherjee</dc:creator>
  <cp:keywords/>
  <dc:description>generated using python-pptx</dc:description>
  <cp:lastModifiedBy>jyotirmoy mukherjee</cp:lastModifiedBy>
  <cp:revision>1</cp:revision>
  <dcterms:created xsi:type="dcterms:W3CDTF">2013-01-27T09:14:16Z</dcterms:created>
  <dcterms:modified xsi:type="dcterms:W3CDTF">2026-05-28T23:19:51Z</dcterms:modified>
  <cp:category/>
</cp:coreProperties>
</file>