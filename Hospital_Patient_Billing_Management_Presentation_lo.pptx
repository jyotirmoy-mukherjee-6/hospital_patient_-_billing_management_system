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3655FE-9019-4553-948F-BEEA56F1EFB2}" v="22" dt="2026-05-29T04:48:22.1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122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85A"/>
                </a:solidFill>
              </a:rPr>
              <a:t>Hospital, Patient &amp; Billing Management 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282828"/>
                </a:solidFill>
              </a:rPr>
              <a:t>Integrated Excel-Based Healthcare Operations Solution
Presented By:
Jyotirmoy Mukherjee
Swaraj Das
Institute: Anudip Foundation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5653DB-AD17-AEF4-BDFC-B770C1C11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621" y="0"/>
            <a:ext cx="1112379" cy="6591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0F285A"/>
                </a:solidFill>
              </a:rPr>
              <a:t>Problems in Traditional Hospital Record Management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282828"/>
                </a:solidFill>
              </a:rPr>
              <a:t>• Manual patient tracking
• Billing errors
• Duplicate records
• Slow admission process
• Poor reporting systems
• Difficulty tracking payments and insurance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8DCCC5-C290-6B92-C7C1-373929F7E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741" y="0"/>
            <a:ext cx="702259" cy="41615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85A"/>
                </a:solidFill>
              </a:rPr>
              <a:t>Our Proposed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282828"/>
                </a:solidFill>
              </a:rPr>
              <a:t>A centralized Excel-based hospital workflow system integrating:
• Patient Management
• Doctor Management
• Admission Workflow
• Automated Billing
• Insurance Handling
• Real-Time Dashboards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E0BD91-D337-5717-D674-A3374AEB1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621" y="0"/>
            <a:ext cx="1112379" cy="6591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85A"/>
                </a:solidFill>
              </a:rPr>
              <a:t>System Flow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282828"/>
                </a:solidFill>
              </a:rPr>
              <a:t>The system is divided into four major phases:
1. Master Data Setup
2. Daily Operations
3. Billing &amp; Payments
4. Dashboard &amp; Reporting</a:t>
            </a:r>
          </a:p>
        </p:txBody>
      </p:sp>
      <p:pic>
        <p:nvPicPr>
          <p:cNvPr id="4" name="Picture 3" descr="a_clean_infographic_diagram_on_a_white_light_b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10241280" cy="68275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B4A1F4-5D46-B983-CA12-29C3A8675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1621" y="0"/>
            <a:ext cx="1112379" cy="6591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85A"/>
                </a:solidFill>
              </a:rPr>
              <a:t>Workbook Structure &amp; Data Modules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282828"/>
                </a:solidFill>
              </a:rPr>
              <a:t>Core Modules:
• PT_Master
• DR_Master
• BED_Master
• ADM_Log
• SVC_Log
• BILLING
• PAYMENTS
• INSURANCE
•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8F9299-4733-B1DC-C9F1-5D7A67BB2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621" y="0"/>
            <a:ext cx="1112379" cy="6591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85A"/>
                </a:solidFill>
              </a:rPr>
              <a:t>Built-In Data Validation &amp; Quality Control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282828"/>
                </a:solidFill>
              </a:rPr>
              <a:t>• Data validation rules
• Dropdown-based selection
• Duplicate prevention
• Conditional formatting alerts
• Controlled master references
• Removal of blank spaces
Prevention-first approach instead of cleanup-first approach.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8324A4-9389-3BCB-CEA9-1F0E28080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621" y="0"/>
            <a:ext cx="1112379" cy="6591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85A"/>
                </a:solidFill>
              </a:rPr>
              <a:t>Automation &amp; Smart Functionalities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282828"/>
                </a:solidFill>
              </a:rPr>
              <a:t>• Formula-driven calculations
• Lookup systems
• Dynamic billing
• Macro-enabled operations
• Automated summaries
• Dashboard integration
• Real-time KPI updates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5EF0E0-FA18-4048-58D6-46FCA838D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621" y="0"/>
            <a:ext cx="1112379" cy="6591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85A"/>
                </a:solidFill>
              </a:rPr>
              <a:t>Billing &amp; Financial Tracking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282828"/>
                </a:solidFill>
              </a:rPr>
              <a:t>Workflow:
Admission → Service Usage → Billing → Payments → Insurance
Benefits:
• Reduced manual errors
• Transparent billing
• Faster reconciliation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3F97B4-D462-4D05-C1EA-2F9C7E9A2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621" y="0"/>
            <a:ext cx="1112379" cy="6591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85A"/>
                </a:solidFill>
              </a:rPr>
              <a:t>Real-Time Dashboard &amp; Reporting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282828"/>
                </a:solidFill>
              </a:rPr>
              <a:t>Key KPIs:
• Total Patients
• Revenue Tracking
• Pending Payments
• Bed Occupancy Status
• Department Insights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B04931-4546-786B-C72D-0BF202D10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621" y="0"/>
            <a:ext cx="1112379" cy="6591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85A"/>
                </a:solidFill>
              </a:rPr>
              <a:t>Challenges During Development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282828"/>
                </a:solidFill>
              </a:rPr>
              <a:t>• Managing sheet interconnectivity
• Maintaining formula consistency
• Preventing invalid data entry
• Designing scalable dashboard logic
• Structuring workflow in Excel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B14406-52B3-A8BA-1C10-2D785714B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621" y="0"/>
            <a:ext cx="1112379" cy="65918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85A"/>
                </a:solidFill>
              </a:rPr>
              <a:t>Future Scope &amp; Expansion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282828"/>
                </a:solidFill>
              </a:rPr>
              <a:t>• Multi-user support
• SQL database integration
• Power BI connectivity
• Appointment scheduling
• SMS/Email notifications
• Inventory management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7F49AA-AE41-1041-62D8-44A6D632D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621" y="0"/>
            <a:ext cx="1112379" cy="6591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85A"/>
                </a:solidFill>
              </a:rPr>
              <a:t>Project 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282828"/>
                </a:solidFill>
              </a:rPr>
              <a:t>This project transforms Excel into a workflow-driven hospital management platform improving:
• Accuracy
• Speed
• Reporting
• Operational efficiency
Goal: Create a complete business management solution, not just spreadsheets.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C82D2F-BE2B-9074-EAF4-4F8E06C7C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621" y="0"/>
            <a:ext cx="1112379" cy="6591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85A"/>
                </a:solidFill>
              </a:rPr>
              <a:t>Thank You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282828"/>
                </a:solidFill>
              </a:rPr>
              <a:t>Questions &amp; Discussion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70DEC4-C6B5-A0A5-2171-B3E42A5CF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621" y="0"/>
            <a:ext cx="1112379" cy="6591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430</Words>
  <Application>Microsoft Office PowerPoint</Application>
  <PresentationFormat>On-screen Show (4:3)</PresentationFormat>
  <Paragraphs>26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jyotirmoy mukherjee</dc:creator>
  <cp:keywords/>
  <dc:description>generated using python-pptx</dc:description>
  <cp:lastModifiedBy>jyotirmoy mukherjee</cp:lastModifiedBy>
  <cp:revision>2</cp:revision>
  <dcterms:created xsi:type="dcterms:W3CDTF">2013-01-27T09:14:16Z</dcterms:created>
  <dcterms:modified xsi:type="dcterms:W3CDTF">2026-05-29T04:48:53Z</dcterms:modified>
  <cp:category/>
</cp:coreProperties>
</file>